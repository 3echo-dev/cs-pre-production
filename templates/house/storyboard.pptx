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ANEL_FRAME_1"/>
          <p:cNvSpPr/>
          <p:nvPr/>
        </p:nvSpPr>
        <p:spPr>
          <a:xfrm>
            <a:off x="455850" y="380325"/>
            <a:ext cx="2697098" cy="1549450"/>
          </a:xfrm>
          <a:prstGeom prst="rect">
            <a:avLst/>
          </a:prstGeom>
          <a:solidFill>
            <a:srgbClr val="E6E6E6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808080"/>
                </a:solidFill>
              </a:rPr>
              <a:t>Panel</a:t>
            </a:r>
          </a:p>
        </p:txBody>
      </p:sp>
      <p:sp>
        <p:nvSpPr>
          <p:cNvPr id="76" name="PANEL_FRAME_2"/>
          <p:cNvSpPr/>
          <p:nvPr/>
        </p:nvSpPr>
        <p:spPr>
          <a:xfrm>
            <a:off x="3223450" y="380325"/>
            <a:ext cx="2697098" cy="1549450"/>
          </a:xfrm>
          <a:prstGeom prst="rect">
            <a:avLst/>
          </a:prstGeom>
          <a:solidFill>
            <a:srgbClr val="E6E6E6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808080"/>
                </a:solidFill>
              </a:rPr>
              <a:t>Panel</a:t>
            </a:r>
          </a:p>
        </p:txBody>
      </p:sp>
      <p:sp>
        <p:nvSpPr>
          <p:cNvPr id="77" name="PANEL_FRAME_3"/>
          <p:cNvSpPr/>
          <p:nvPr/>
        </p:nvSpPr>
        <p:spPr>
          <a:xfrm>
            <a:off x="5991050" y="380325"/>
            <a:ext cx="2697099" cy="1549450"/>
          </a:xfrm>
          <a:prstGeom prst="rect">
            <a:avLst/>
          </a:prstGeom>
          <a:solidFill>
            <a:srgbClr val="E6E6E6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808080"/>
                </a:solidFill>
              </a:rPr>
              <a:t>Panel</a:t>
            </a:r>
          </a:p>
        </p:txBody>
      </p:sp>
      <p:sp>
        <p:nvSpPr>
          <p:cNvPr id="57" name="P1_NUMBER"/>
          <p:cNvSpPr/>
          <p:nvPr/>
        </p:nvSpPr>
        <p:spPr>
          <a:xfrm>
            <a:off x="2780650" y="1549975"/>
            <a:ext cx="372300" cy="3798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58" name="P2_NUMBER"/>
          <p:cNvSpPr/>
          <p:nvPr/>
        </p:nvSpPr>
        <p:spPr>
          <a:xfrm>
            <a:off x="5548250" y="1549975"/>
            <a:ext cx="372300" cy="3798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59" name="P3_NUMBER"/>
          <p:cNvSpPr/>
          <p:nvPr/>
        </p:nvSpPr>
        <p:spPr>
          <a:xfrm>
            <a:off x="8315850" y="1549975"/>
            <a:ext cx="372300" cy="3798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60" name="P1_SHOT_SIZE"/>
          <p:cNvSpPr/>
          <p:nvPr/>
        </p:nvSpPr>
        <p:spPr>
          <a:xfrm>
            <a:off x="455925" y="2096925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SHOT SIZE</a:t>
            </a:r>
            <a:endParaRPr/>
          </a:p>
        </p:txBody>
      </p:sp>
      <p:sp>
        <p:nvSpPr>
          <p:cNvPr id="61" name="P1_SHOT_DESCRIPTION"/>
          <p:cNvSpPr/>
          <p:nvPr/>
        </p:nvSpPr>
        <p:spPr>
          <a:xfrm>
            <a:off x="455900" y="2465400"/>
            <a:ext cx="2697000" cy="101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SHOT DESCRIPTION</a:t>
            </a:r>
            <a:endParaRPr/>
          </a:p>
        </p:txBody>
      </p:sp>
      <p:sp>
        <p:nvSpPr>
          <p:cNvPr id="62" name="P1_SUPERS"/>
          <p:cNvSpPr/>
          <p:nvPr/>
        </p:nvSpPr>
        <p:spPr>
          <a:xfrm>
            <a:off x="455900" y="3559575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SUPERS</a:t>
            </a:r>
            <a:endParaRPr/>
          </a:p>
        </p:txBody>
      </p:sp>
      <p:sp>
        <p:nvSpPr>
          <p:cNvPr id="63" name="P1_LOWER_3RD"/>
          <p:cNvSpPr/>
          <p:nvPr/>
        </p:nvSpPr>
        <p:spPr>
          <a:xfrm>
            <a:off x="455900" y="3928050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LOWER 3RD</a:t>
            </a:r>
            <a:endParaRPr/>
          </a:p>
        </p:txBody>
      </p:sp>
      <p:sp>
        <p:nvSpPr>
          <p:cNvPr id="64" name="P1_VO_SFX"/>
          <p:cNvSpPr/>
          <p:nvPr/>
        </p:nvSpPr>
        <p:spPr>
          <a:xfrm>
            <a:off x="455900" y="4296525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 / SFX</a:t>
            </a:r>
            <a:endParaRPr/>
          </a:p>
        </p:txBody>
      </p:sp>
      <p:sp>
        <p:nvSpPr>
          <p:cNvPr id="65" name="P2_SHOT_SIZE"/>
          <p:cNvSpPr/>
          <p:nvPr/>
        </p:nvSpPr>
        <p:spPr>
          <a:xfrm>
            <a:off x="3241688" y="2096925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SHOT SIZE</a:t>
            </a:r>
            <a:endParaRPr/>
          </a:p>
        </p:txBody>
      </p:sp>
      <p:sp>
        <p:nvSpPr>
          <p:cNvPr id="66" name="P2_SHOT_DESCRIPTION"/>
          <p:cNvSpPr/>
          <p:nvPr/>
        </p:nvSpPr>
        <p:spPr>
          <a:xfrm>
            <a:off x="3241663" y="2465400"/>
            <a:ext cx="2697000" cy="101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SHOT DESCRIPTION</a:t>
            </a:r>
            <a:endParaRPr/>
          </a:p>
        </p:txBody>
      </p:sp>
      <p:sp>
        <p:nvSpPr>
          <p:cNvPr id="67" name="P2_SUPERS"/>
          <p:cNvSpPr/>
          <p:nvPr/>
        </p:nvSpPr>
        <p:spPr>
          <a:xfrm>
            <a:off x="3241663" y="3559575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SUPERS</a:t>
            </a:r>
            <a:endParaRPr/>
          </a:p>
        </p:txBody>
      </p:sp>
      <p:sp>
        <p:nvSpPr>
          <p:cNvPr id="68" name="P2_LOWER_3RD"/>
          <p:cNvSpPr/>
          <p:nvPr/>
        </p:nvSpPr>
        <p:spPr>
          <a:xfrm>
            <a:off x="3241663" y="3928050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LOWER 3RD</a:t>
            </a:r>
            <a:endParaRPr/>
          </a:p>
        </p:txBody>
      </p:sp>
      <p:sp>
        <p:nvSpPr>
          <p:cNvPr id="69" name="P2_VO_SFX"/>
          <p:cNvSpPr/>
          <p:nvPr/>
        </p:nvSpPr>
        <p:spPr>
          <a:xfrm>
            <a:off x="3241663" y="4296525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 / SFX</a:t>
            </a:r>
            <a:endParaRPr/>
          </a:p>
        </p:txBody>
      </p:sp>
      <p:sp>
        <p:nvSpPr>
          <p:cNvPr id="70" name="P3_SHOT_SIZE"/>
          <p:cNvSpPr/>
          <p:nvPr/>
        </p:nvSpPr>
        <p:spPr>
          <a:xfrm>
            <a:off x="6027488" y="2096925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SHOT SIZE</a:t>
            </a:r>
            <a:endParaRPr/>
          </a:p>
        </p:txBody>
      </p:sp>
      <p:sp>
        <p:nvSpPr>
          <p:cNvPr id="71" name="P3_SHOT_DESCRIPTION"/>
          <p:cNvSpPr/>
          <p:nvPr/>
        </p:nvSpPr>
        <p:spPr>
          <a:xfrm>
            <a:off x="6027463" y="2465400"/>
            <a:ext cx="2697000" cy="101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SHOT DESCRIPTION</a:t>
            </a:r>
            <a:endParaRPr/>
          </a:p>
        </p:txBody>
      </p:sp>
      <p:sp>
        <p:nvSpPr>
          <p:cNvPr id="72" name="P3_SUPERS"/>
          <p:cNvSpPr/>
          <p:nvPr/>
        </p:nvSpPr>
        <p:spPr>
          <a:xfrm>
            <a:off x="6027463" y="3559575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SUPERS</a:t>
            </a:r>
            <a:endParaRPr/>
          </a:p>
        </p:txBody>
      </p:sp>
      <p:sp>
        <p:nvSpPr>
          <p:cNvPr id="73" name="P3_LOWER_3RD"/>
          <p:cNvSpPr/>
          <p:nvPr/>
        </p:nvSpPr>
        <p:spPr>
          <a:xfrm>
            <a:off x="6027463" y="3928050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LOWER 3RD</a:t>
            </a:r>
            <a:endParaRPr/>
          </a:p>
        </p:txBody>
      </p:sp>
      <p:sp>
        <p:nvSpPr>
          <p:cNvPr id="74" name="P3_VO_SFX"/>
          <p:cNvSpPr/>
          <p:nvPr/>
        </p:nvSpPr>
        <p:spPr>
          <a:xfrm>
            <a:off x="6027463" y="4296525"/>
            <a:ext cx="2697000" cy="28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 / SFX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Storyboard</dc:title>
  <cp:lastModifiedBy/>
  <cp:revision>1</cp:revision>
  <dcterms:modified xsi:type="dcterms:W3CDTF">2026-09-28T11:53:18Z</dcterms:modified>
  <dc:creator/>
  <dc:description/>
</cp:coreProperties>
</file>